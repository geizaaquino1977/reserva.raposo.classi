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8D17CC-9F00-A55C-346E-F7B08E9141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1616C7-7AFB-BC5C-F2A5-AA64016EA4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E4C996-A0B6-46AE-1838-34A24DA42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56006-07C9-4816-8AC1-D27BAB649B5A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DC5290-5638-046C-EE8C-99B07FBAD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D5F835-4738-E1CA-DF16-C6EC4D464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11C3F-BF08-4FAE-84F1-6EE0D03409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1320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296FB1-2883-9B0C-E24B-130D9152F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807C53-3613-ADB3-DE23-6CE373591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7E1D72-ABCE-D861-3FB6-B863C3F72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56006-07C9-4816-8AC1-D27BAB649B5A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CB98B8-1DA1-355E-4E1F-9A8DC9FE0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77A99D-BE32-2610-A403-268C11A3B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11C3F-BF08-4FAE-84F1-6EE0D03409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1118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361146-383B-A131-93AF-6079CAF26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B41FE07-EBEE-A513-3BCB-8F31597B4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28185E-2D5D-8947-4252-9593AC1B4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56006-07C9-4816-8AC1-D27BAB649B5A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7E7BEE-1C6C-F020-EB8C-C5825D12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BDE5DF-A161-9C30-4649-51D056CCF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11C3F-BF08-4FAE-84F1-6EE0D03409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2035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544312-BF59-4268-D3C5-88045E178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E649CD-B59C-F77D-03C0-08E9443491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91F4695-C170-704D-30CD-BC679E591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FFF424C-DFD7-CC44-D4F9-114F25ED2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56006-07C9-4816-8AC1-D27BAB649B5A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8FDC065-017A-91F3-0E24-F646BDA27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A623520-07F4-78B9-BA63-FF4A38677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11C3F-BF08-4FAE-84F1-6EE0D03409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9395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131E8-976D-2D86-3794-74BD1D3D8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AE50F5-A16C-E355-E8F9-FA2720AA6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B9B23F3-D6FE-10AE-3CD5-A38A382A3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E510E1D-2504-A5E2-27C1-F3DAD3E358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7634F3F-F18B-0D1D-39F8-D15ACAAF69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07DBB5A-C930-FABF-F119-B4A1BF4BB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56006-07C9-4816-8AC1-D27BAB649B5A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6E793BE-4384-AC9B-EEC7-A9F38EF56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D41CE49-81B7-468B-7A54-B52FE6B20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11C3F-BF08-4FAE-84F1-6EE0D03409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4246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7C9B2C-CE40-0EE5-46F7-3861AABE1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5FCB29C-9086-CE91-DD01-4AA2946E4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56006-07C9-4816-8AC1-D27BAB649B5A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1D1FBA7-85C2-7B19-3B20-CAFC9BCA9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6259911-9A33-24E4-D4E0-DE8652664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11C3F-BF08-4FAE-84F1-6EE0D03409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908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B1E02E6-48C0-08AE-A32E-9EC004A52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56006-07C9-4816-8AC1-D27BAB649B5A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66AE10F-6F38-DBBC-EFDC-7BCA04D62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826CB5-8EF9-241F-348B-580A32BCD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11C3F-BF08-4FAE-84F1-6EE0D03409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0922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32FACB-C435-CE32-E550-A1F0471B8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ACCAA5-22FD-FB11-2563-119521A19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777CDE3-DD22-BD72-FF95-B4324DE12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D2904F-D3BC-BE3E-1860-9408CDA6B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56006-07C9-4816-8AC1-D27BAB649B5A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81DEF74-338B-29A0-6E02-65BE741CC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20BA32-DA29-349D-19C3-70531E4DC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11C3F-BF08-4FAE-84F1-6EE0D03409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8720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F2D569-0311-5FDC-EAD4-8FAFFD997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382520C-332E-61C7-0423-44985E31F0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DCD7ED-D6D5-1E22-3EF5-38C387126A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59DD0A6-FF7A-CC39-9ABF-C8764ACE2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56006-07C9-4816-8AC1-D27BAB649B5A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DDB64BA-9EAB-D5BF-66BC-0C1735167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D6AEFEB-2F5F-0E05-A0FF-E9A34E28E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11C3F-BF08-4FAE-84F1-6EE0D03409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5459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1173B3-72D3-4F59-3701-D1E98812A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C1A0E36-A67B-977F-1CF3-7B33BF6D3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467BCA-D604-35DF-98AC-798FA73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56006-07C9-4816-8AC1-D27BAB649B5A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DEF965-FF1F-1149-FDF4-30CFB4158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CEDF9E-083B-D83D-F29E-480393E61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11C3F-BF08-4FAE-84F1-6EE0D03409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3841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B71241E-C1CD-F152-5279-F6F2092310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357EA36-883E-334E-A0E2-5F12D9A57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45FDF8-BAF5-7296-F108-25F170763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56006-07C9-4816-8AC1-D27BAB649B5A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351374-416E-652D-CCE7-1473A8D7A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11A93B-CC0C-2D70-FC7A-E0689B9D0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11C3F-BF08-4FAE-84F1-6EE0D03409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1677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5088134-229B-779E-6431-1C9EE805B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A49C7A9-2BAC-C96C-A471-9D2070285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70B70C-B22B-D70C-958B-B6A762F9C2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A56006-07C9-4816-8AC1-D27BAB649B5A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B6B6FF-2175-7E08-E53A-1944CAE650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F610FF-81ED-0550-5D23-395D6E2C6A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111C3F-BF08-4FAE-84F1-6EE0D03409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5694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Texto&#10;&#10;O conteúdo gerado por IA pode estar incorreto.">
            <a:extLst>
              <a:ext uri="{FF2B5EF4-FFF2-40B4-BE49-F238E27FC236}">
                <a16:creationId xmlns:a16="http://schemas.microsoft.com/office/drawing/2014/main" id="{6219B331-A134-BDF9-179A-73E0661327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101" y="2300130"/>
            <a:ext cx="5715798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5258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ANTONIA GEIZA CHAVES DE AQUINO</dc:creator>
  <cp:lastModifiedBy>ANTONIA GEIZA CHAVES DE AQUINO</cp:lastModifiedBy>
  <cp:revision>2</cp:revision>
  <dcterms:created xsi:type="dcterms:W3CDTF">2026-02-11T11:16:34Z</dcterms:created>
  <dcterms:modified xsi:type="dcterms:W3CDTF">2026-03-11T11:47:07Z</dcterms:modified>
</cp:coreProperties>
</file>